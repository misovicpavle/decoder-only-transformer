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decoder-only transformers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and SRB corpora · comparing tokenization, architecture and training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 256 · 4 heads · 6 layers · block 64 · CrossEntropy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setup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different tokenizers and training sets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Corpora: ENG ≈ 12.6 M characters (Shakespeare + Bible + modern text) · SRB ≈ 10.1 M characters (Serbian prose, Cyrillic)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Tokenizers: char-level · SentencePiece 10k (trained on the corpus) · HF BPE 10k (trained) · tiktoken o200k_base (pretrained, ~200k)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Architectures: "old" (hand-written TransformerBlock) and "nn" (nn.TransformerEncoder with a causal mask)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matrix: 16 runs (2 languages × 4 tokenizers × 2 architectures), each with its own verified log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method: the 1st epoch of each run is shown (after it the models pass their minimum); tying, bias and the optimizer were not changed in isolation, so the comparisons are indicative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52120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9525">
            <a:solidFill>
              <a:srgbClr val="B9C2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5321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measure: 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 cross-entropy loss on the validation set (10% of the corpus); lowest val loss = best model.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 — old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TransformerBlock · all 4 tokenizers</a:t>
            </a:r>
            <a:endParaRPr lang="en-US" sz="1400" dirty="0"/>
          </a:p>
        </p:txBody>
      </p:sp>
      <p:pic>
        <p:nvPicPr>
          <p:cNvPr id="4" name="Image 0" descr="eng_ch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207008"/>
            <a:ext cx="3977640" cy="2651760"/>
          </a:xfrm>
          <a:prstGeom prst="rect">
            <a:avLst/>
          </a:prstGeom>
        </p:spPr>
      </p:pic>
      <p:pic>
        <p:nvPicPr>
          <p:cNvPr id="5" name="Image 1" descr="eng_spm_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07008"/>
            <a:ext cx="3977640" cy="2651760"/>
          </a:xfrm>
          <a:prstGeom prst="rect">
            <a:avLst/>
          </a:prstGeom>
        </p:spPr>
      </p:pic>
      <p:pic>
        <p:nvPicPr>
          <p:cNvPr id="6" name="Image 2" descr="eng_hf_norm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913632"/>
            <a:ext cx="3977640" cy="2651760"/>
          </a:xfrm>
          <a:prstGeom prst="rect">
            <a:avLst/>
          </a:prstGeom>
        </p:spPr>
      </p:pic>
      <p:pic>
        <p:nvPicPr>
          <p:cNvPr id="7" name="Image 3" descr="eng_tiktok_norm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13632"/>
            <a:ext cx="3977640" cy="26517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BPE (3.880) and SentencePiece (4.317) with a 10k vocabulary beat tiktoken (4.587) — on English, a corpus-trained vocabulary beats sheer size.</a:t>
            </a:r>
            <a:endParaRPr lang="en-US" sz="1100" dirty="0"/>
          </a:p>
        </p:txBody>
      </p:sp>
      <p:sp>
        <p:nvSpPr>
          <p:cNvPr id="9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 — nn.TransformerEncoder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tokenizers</a:t>
            </a:r>
            <a:endParaRPr lang="en-US" sz="1400" dirty="0"/>
          </a:p>
        </p:txBody>
      </p:sp>
      <p:pic>
        <p:nvPicPr>
          <p:cNvPr id="4" name="Image 0" descr="eng_char_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207008"/>
            <a:ext cx="3977640" cy="2651760"/>
          </a:xfrm>
          <a:prstGeom prst="rect">
            <a:avLst/>
          </a:prstGeom>
        </p:spPr>
      </p:pic>
      <p:pic>
        <p:nvPicPr>
          <p:cNvPr id="5" name="Image 1" descr="eng_spm_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07008"/>
            <a:ext cx="3977640" cy="2651760"/>
          </a:xfrm>
          <a:prstGeom prst="rect">
            <a:avLst/>
          </a:prstGeom>
        </p:spPr>
      </p:pic>
      <p:pic>
        <p:nvPicPr>
          <p:cNvPr id="6" name="Image 2" descr="eng_hf_n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913632"/>
            <a:ext cx="3977640" cy="2651760"/>
          </a:xfrm>
          <a:prstGeom prst="rect">
            <a:avLst/>
          </a:prstGeom>
        </p:spPr>
      </p:pic>
      <p:pic>
        <p:nvPicPr>
          <p:cNvPr id="7" name="Image 3" descr="eng_tiktok_n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13632"/>
            <a:ext cx="3977640" cy="26517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fixed LR, char-nn stays stable (1.159). HF BPE-nn is the best ENG word-level model (3.881), ahead of SPM-nn (4.247).</a:t>
            </a:r>
            <a:endParaRPr lang="en-US" sz="1100" dirty="0"/>
          </a:p>
        </p:txBody>
      </p:sp>
      <p:sp>
        <p:nvSpPr>
          <p:cNvPr id="9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SRB — old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TransformerBlock · all 4 tokenizers</a:t>
            </a:r>
            <a:endParaRPr lang="en-US" sz="1400" dirty="0"/>
          </a:p>
        </p:txBody>
      </p:sp>
      <p:pic>
        <p:nvPicPr>
          <p:cNvPr id="4" name="Image 0" descr="srb_char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207008"/>
            <a:ext cx="3977640" cy="2651760"/>
          </a:xfrm>
          <a:prstGeom prst="rect">
            <a:avLst/>
          </a:prstGeom>
        </p:spPr>
      </p:pic>
      <p:pic>
        <p:nvPicPr>
          <p:cNvPr id="5" name="Image 1" descr="srb_spm_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07008"/>
            <a:ext cx="3977640" cy="2651760"/>
          </a:xfrm>
          <a:prstGeom prst="rect">
            <a:avLst/>
          </a:prstGeom>
        </p:spPr>
      </p:pic>
      <p:pic>
        <p:nvPicPr>
          <p:cNvPr id="6" name="Image 2" descr="srb_hf_norm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913632"/>
            <a:ext cx="3977640" cy="2651760"/>
          </a:xfrm>
          <a:prstGeom prst="rect">
            <a:avLst/>
          </a:prstGeom>
        </p:spPr>
      </p:pic>
      <p:pic>
        <p:nvPicPr>
          <p:cNvPr id="7" name="Image 3" descr="srb_tiktok_norm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13632"/>
            <a:ext cx="3977640" cy="26517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 (200k vocabulary), despite 5.7× more parameters, reaches the lowest word-level val loss (3.892) — shorter sequences per word + weight tying.</a:t>
            </a:r>
            <a:endParaRPr lang="en-US" sz="1100" dirty="0"/>
          </a:p>
        </p:txBody>
      </p:sp>
      <p:sp>
        <p:nvSpPr>
          <p:cNvPr id="9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SRB — nn.TransformerEncoder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runs with weight tying</a:t>
            </a:r>
            <a:endParaRPr lang="en-US" sz="1400" dirty="0"/>
          </a:p>
        </p:txBody>
      </p:sp>
      <p:pic>
        <p:nvPicPr>
          <p:cNvPr id="4" name="Image 0" descr="srb_char_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207008"/>
            <a:ext cx="3977640" cy="2651760"/>
          </a:xfrm>
          <a:prstGeom prst="rect">
            <a:avLst/>
          </a:prstGeom>
        </p:spPr>
      </p:pic>
      <p:pic>
        <p:nvPicPr>
          <p:cNvPr id="5" name="Image 1" descr="srb_spm_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07008"/>
            <a:ext cx="3977640" cy="2651760"/>
          </a:xfrm>
          <a:prstGeom prst="rect">
            <a:avLst/>
          </a:prstGeom>
        </p:spPr>
      </p:pic>
      <p:pic>
        <p:nvPicPr>
          <p:cNvPr id="6" name="Image 2" descr="srb_hf_n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3913632"/>
            <a:ext cx="3977640" cy="2651760"/>
          </a:xfrm>
          <a:prstGeom prst="rect">
            <a:avLst/>
          </a:prstGeom>
        </p:spPr>
      </p:pic>
      <p:pic>
        <p:nvPicPr>
          <p:cNvPr id="7" name="Image 3" descr="srb_tiktok_n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13632"/>
            <a:ext cx="3977640" cy="265176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02920" y="658368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pattern: char has the lowest absolute loss, tiktoken the best word-level (4.012). SPM with tying 4.761 vs 4.844 without (old arch.).</a:t>
            </a:r>
            <a:endParaRPr lang="en-US" sz="1100" dirty="0"/>
          </a:p>
        </p:txBody>
      </p:sp>
      <p:sp>
        <p:nvSpPr>
          <p:cNvPr id="9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architecture vs nn.TransformerEncoder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pairs: same language, same tokenizer, same number of iterations</a:t>
            </a:r>
            <a:endParaRPr lang="en-US" sz="1400" dirty="0"/>
          </a:p>
        </p:txBody>
      </p:sp>
      <p:pic>
        <p:nvPicPr>
          <p:cNvPr id="4" name="Image 0" descr="arch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10789920" cy="4718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989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= how much lower (left) or higher (right) the nn model's min val loss was compared to its old-architecture pair, measured at the same number of iterations. </a:t>
            </a:r>
            <a:pPr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is better in 7 of 8 pairs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(mean −0.138), tied in 1, never worse. Both pairs where only the architecture changes — ENG and SRB tiktoken — point the same way (−0.302 and −0.152).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nn.TransformerEncoder usually does better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math, better implementation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scaled-dot-product attention (FlashAttention kernels) — faster and more numerically stable than a hand-written softmax(QKᵀ/√d)V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placement of LayerNorm and residual connections; a hand-written block can easily get the order or scaling wrong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dropout in the right places and correct mask handling in every layer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step → more effective iterations in the same time on the same GPU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only 2 of 8 pairs change the architecture alone — both favor nn, but the sample is small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vs AdamW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difference is and why W is more correct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2F2F2"/>
          </a:solidFill>
          <a:ln w="9525">
            <a:solidFill>
              <a:srgbClr val="B9C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
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← ∇L(w) + λ·w      (decay in the gradient)
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lr · m̂ / (√v̂ + ε)
</a:t>
            </a:r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
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← ∇L(w)
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lr·( m̂ / (√v̂+ε) + λ·w 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50876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Adam, decay passes through the division by √v̂ — parameters with large gradients get less decay than specified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applies decay separately ("decoupled") — every parameter shrinks by exactly λ, independent of the gradient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AdamW is the standard for transformers: regularization is predictable and easier to tune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52628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46634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runs: 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AdamW runs point in opposite directions: SRB char (AdamW-nn 1.422 &lt; Adam-old 1.578), but ENG SPM (AdamW-nn 4.247 &gt; Adam-old 4.317). In both pairs the architecture changes along with the optimizer — the optimizer is not isolated, so the runs prove nothing; the theoretical advantage of AdamW still stands.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tying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instead of two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embedding (vocab × 256) and the output lm_head (vocab × 256) learn the same thing: a "description" of each token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table row = what the token means · Output: logit = dot product of the context x with that same row ("which token's description the context resembles most")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Tying: lm_head.weight = embedding.weight → one tensor, gradients from both ends add up (twice the signal per token)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bias=False because the embedding has no bias — the logit stays a pure similarity, with no per-token constant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models/corpora: the savings are huge (with o200k: 51 M parameters = half the model) and it acts as regularization → better val loss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models (Llama, Mistral): the embedding is a negligible share, so untied matrices can afford the extra flexibility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nn.TransformerEncoder as a decoder?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decoder without an encoder = an encoder with a causal mask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nn.TransformerDecoder expects TWO inputs: the target sequence + memory from the encoder (cross-attention) — we have neither an encoder nor memory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GPT-style model is just self-attention over a single sequence → exactly what nn.TransformerEncoder computes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difference: the future must be hidden → generate_square_subsequent_mask(T) puts −inf above the diagonal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+ causal mask ≡ decoder-only transformer (GPT); is_causal=True is just an optimization hint alongside the mask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t sees tokens 1…t, never t+1…T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Perplexity — e^loss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tokens the model is effectively choosing between"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  <a:gridCol w="1463040"/>
              </a:tblGrid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val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char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char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SentencePiece 10k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SentencePiece 10k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HF BPE 10k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HF BPE 10k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tiktoken o200k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 · tiktoken o200k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char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char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SentencePiece 10k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SentencePiece 10k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HF BPE 10k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HF BPE 10k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tiktoken o200k (old)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SRB · tiktoken o200k (nn)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46304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 = e^(cross-entropy) — how many equally likely candidates would give the same loss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ppl (≈4) and word ppl (≈50–115) are NOT comparable: char chooses among ~100 characters, word among 10k–200k tokens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only makes sense within the same tokenization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SentencePiece vs tiktoken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subword vocabulary vs pretrained byte-level BPE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2F2F2"/>
          </a:solidFill>
          <a:ln w="9525">
            <a:solidFill>
              <a:srgbClr val="B9C2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SentencePiece (unigram, 10k)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on OUR corpus — every token actually appears in the text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starts from whole words, splits into frequent subwords ("kuć" + "om")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vocabulary → small embedding (2.6 M) and a ~10 M model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Serbian: ~1–2 tokens per word because the vocabulary is native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B9C2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 o200k_base (pretrained, ~200k)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byte-level BPE — merges the most frequent BYTE pairs from the general web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UTF-8 text works with no &lt;unk&gt;, Cyrillic included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vocabulary: 200k → the embedding alone is 51 M parameters
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of the 200k tokens never appear in our corpus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SentencePiece = a vocabulary tailored to the corpus; tiktoken = universal but bulky.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some models have 56 M parameters and others 10 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sets the size, not the network depth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 × 256 ≈ 51 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tiktoken model's embedding table — before a single attention layer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9184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transformer layers combined: ~4.7 M parameters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10k → 2.6 M table → whole model ~10 M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200k → 51 M table → whole model ~56 M (with tying; without it ~107 M)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in small models the tokenizer is the single biggest decision about size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 val loss per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F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winners — both char-level</a:t>
            </a:r>
            <a:endParaRPr lang="en-US" sz="1400" dirty="0"/>
          </a:p>
        </p:txBody>
      </p:sp>
      <p:pic>
        <p:nvPicPr>
          <p:cNvPr id="4" name="Image 0" descr="eng_char_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486400" cy="3749040"/>
          </a:xfrm>
          <a:prstGeom prst="rect">
            <a:avLst/>
          </a:prstGeom>
        </p:spPr>
      </p:pic>
      <p:pic>
        <p:nvPicPr>
          <p:cNvPr id="5" name="Image 1" descr="srb_char_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530352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char wins on the numbers: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chooses among ~100 characters (word models among 10k–200k) — the per-token task is easier, so the loss is not directly comparable. Best ENG word-level: HF BPE 10k (3.880 old / 3.881 nn); SRB word-level: tiktoken o200k old (3.892). ENG char-nn with the fixed LR: min val 1.159, flat curve to the end; the same models without a schedule diverged after the minimum.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&gt; everything else.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ranges from 10 M–56 M parameters and 4–115 perplexity purely from the choice of tokenization.
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tying is a free win.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200k-vocab model and adds regularization — a must for small models.
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nn.TransformerEncoder instead of a hand-written block.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 equal number of iterations it is better in 7 of 8 pairs — a proven implementation of attention and normalization.
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instead of Adam.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decay is the correct regularization and the standard for training transformers.
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val loss.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LR schedule the longest runs diverge after the minimum; with lr·0.33 char stays stable to the end. Rule: lower the LR and keep the checkpoint with the lowest val loss.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2026-09-10T00:13:48Z</dcterms:created>
  <dcterms:modified xsi:type="dcterms:W3CDTF">2026-09-10T00:13:48Z</dcterms:modified>
</cp:coreProperties>
</file>